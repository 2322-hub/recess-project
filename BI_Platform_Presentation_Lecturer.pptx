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</a:defRPr>
            </a:pPr>
            <a:r>
              <a:t>Business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Flask-Based Data Dashboard with Real-Time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2286000" cy="36576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Capstone Project  •  BI Platform  •  Python /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Build a comprehensive data dashboard that connects to databases, processes data, and presents insights through interactive visualizations. The application should handle large datasets and provide real-time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Business users need a unified view of sales, customer, and web analytics data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Data lives across multiple databases (SQLite, PostgreSQL, MySQL, MSSQL)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Analytics must be real-time — not refreshed on page reload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Must handle large datasets safely with pagination and processing limits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Must be deployable to production with security, monitoring, and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Chart.js visualizations</a:t>
            </a:r>
            <a:br/>
            <a:r>
              <a:t>10+ interactive chart types</a:t>
            </a:r>
            <a:br/>
            <a:r>
              <a:t>5 dashboard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Real-Time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Socket.IO WebSocket</a:t>
            </a:r>
            <a:br/>
            <a:r>
              <a:t>5-second push interval</a:t>
            </a:r>
            <a:br/>
            <a:r>
              <a:t>Live chart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Multi-DB Connector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SQLite, PostgreSQL</a:t>
            </a:r>
            <a:br/>
            <a:r>
              <a:t>MySQL, MSSQL</a:t>
            </a:r>
            <a:br/>
            <a:r>
              <a:t>Connect from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Data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pandas / NumPy engine</a:t>
            </a:r>
            <a:br/>
            <a:r>
              <a:t>KPIs, trends, aggregations</a:t>
            </a:r>
            <a:br/>
            <a:r>
              <a:t>Chunked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CSRF, rate limiting, CORS</a:t>
            </a:r>
            <a:br/>
            <a:r>
              <a:t>Session hardening, CSP</a:t>
            </a:r>
            <a:br/>
            <a:r>
              <a:t>SQL inj. prevention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Production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Docker, K8s, CI/CD</a:t>
            </a:r>
            <a:br/>
            <a:r>
              <a:t>Prometheus, Sentry</a:t>
            </a:r>
            <a:br/>
            <a:r>
              <a:t>Alembic migrations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Browser • Chart.js • Socket.IO Client • HTML/CSS/JS</a:t>
            </a:r>
            <a:br/>
            <a:r>
              <a:t>HTTP requests • WebSocket connection • WCAG accessible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0332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77440"/>
            <a:ext cx="73152" cy="86868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Flask 3.x • Flask-SocketIO • Flask-Limiter</a:t>
            </a:r>
            <a:br/>
            <a:r>
              <a:t>Blueprints: auth, main, api (v1)</a:t>
            </a:r>
            <a:br/>
            <a:r>
              <a:t>CSRF • CORS • Session management •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80"/>
            <a:ext cx="10332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Business Logic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49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AnalyticsEngine • DataProcessor • QueryBuilder</a:t>
            </a:r>
            <a:br/>
            <a:r>
              <a:t>Dashboard payload assembly • DataFrame transformations</a:t>
            </a:r>
            <a:br/>
            <a:r>
              <a:t>KPIs • Trends • Aggregations • Filtering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10332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Data Access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DatabaseConnector • SQLAlchemy 2.0 ORM</a:t>
            </a:r>
            <a:br/>
            <a:r>
              <a:t>Multi-database abstraction</a:t>
            </a:r>
            <a:br/>
            <a:r>
              <a:t>Connection pooling • Query execution • Seed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94960"/>
            <a:ext cx="10332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9496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Infrastructure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SQLite / PostgreSQL / MySQL / MSSQL • Redis</a:t>
            </a:r>
            <a:br/>
            <a:r>
              <a:t>Docker • Kubernetes • GitHub Actions CI/CD</a:t>
            </a:r>
            <a:br/>
            <a:r>
              <a:t>Prometheus • Sentry • Alembic migrations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📊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id, date, region, product_category, product_name,</a:t>
            </a:r>
            <a:br/>
            <a:r>
              <a:t>quantity, unit_price, total_revenue, cost, profit,</a:t>
            </a:r>
            <a:br/>
            <a:r>
              <a:t>customer_segment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5,000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E69"/>
                </a:solidFill>
              </a:defRPr>
            </a:pPr>
            <a:r>
              <a:t>📊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id, name, email, region, signup_date,</a:t>
            </a:r>
            <a:br/>
            <a:r>
              <a:t>lifetime_value, orders_count,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E69"/>
                </a:solidFill>
              </a:defRPr>
            </a:pPr>
            <a:r>
              <a:t>200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📊 website_analytics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id, date, page_views, unique_visitors,</a:t>
            </a:r>
            <a:br/>
            <a:r>
              <a:t>bounce_rate, avg_session_duration,</a:t>
            </a:r>
            <a:br/>
            <a:r>
              <a:t>conversions,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180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Business Context: Multi-channel retail company selling Electronics, Clothing, Food, and Furniture</a:t>
            </a:r>
            <a:br/>
            <a:r>
              <a:t>across North/South/East/West regions to Enterprise, SMB, and Consumer segments.</a:t>
            </a:r>
            <a:br/>
            <a:r>
              <a:t>Currency: UGX (Uganda Shillings) — all monetary values displayed in UGX.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Key Features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Real-Time WebSocket Engine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Background thread pushes every 5 seconds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Socket.IO event: dashboard_update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Filter state preserved across refreshes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Multi-Database Support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Abstraction layer via DatabaseConnector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Dynamic connection from UI (admin only)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Auto-discovers tables and schemas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Data Processing Pipeline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pandas DataFrames → analytics payload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Time series, aggregations, correlations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Safe chunked processing (500K row limit)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Security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Flask-WTF CSRF on all form submissions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Flask-Limiter: login 20/min, register 5/min, API 10-30/min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Session hardening: HttpOnly, SameSite=Lax, 1hr expiry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SQL injection: regex blocks INSERT/UPDATE/DELETE/DROP/;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CSP headers, CORS restriction, Docker non-root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Testing &amp; Quality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77 tests across 7 test files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78% code coverage (pytest-cov)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Ruff linting (security rules enabled)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mypy type checking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API Design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Versioned endpoints under /api/v1/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Backward-compat redirects from /api/ → /api/v1/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• Consistent JSON error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Infrastructure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2560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Multi-stage build (builder + runtime)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Non-root appuser • read-only filesystem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HEALTHCHECK on /health endpoint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 baked-in secrets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371600"/>
            <a:ext cx="256032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19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E69"/>
                </a:solidFill>
              </a:defRPr>
            </a:pPr>
            <a:r>
              <a:t>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199" y="2011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Production profile: web + Redis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Development profile with hot-reload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Required env vars via ${VAR:?error}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tmpfs for /tmp, no-new-privileges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11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Deployment: 2 replicas, rolling update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HPA: 2-10 pods, CPU 70% / memory 80%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ConfigMap + Secret for configuration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Ingress with TLS termination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37160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371600"/>
            <a:ext cx="25603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011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GitHub Actions: lint → test (3.10/3.11/3.12) → security → Docker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Ruff lint + format, mypy type check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pip-audit for dependency vulnerabilities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GHCR push with sha + latest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Other: Prometheus metrics (/metrics) • Sentry error tracking • Structured JSON logging</a:t>
            </a:r>
            <a:br/>
            <a:r>
              <a:t>Alembic database migrations • SQLAlchemy connection pooling (pool_size=5, pool_pre_ping=True)</a:t>
            </a:r>
            <a:br/>
            <a:r>
              <a:t>Redis-backed rate limiting (falls back to memory://)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Results &amp;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Tests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Across 7 test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Code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43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exceeded 75%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48 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Ruff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reduced to 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0 → 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CI 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43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lint, test×3, security, 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Chart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12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line, bar, pie, doughnut, polar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93192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Real-Time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212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WebSocket update interval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Databases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12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SQLite, PostgreSQL, MySQL, MSSQL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93192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Security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5212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CSRF, rate limit, CORS, CSP,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Technical 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3EB"/>
                </a:solidFill>
              </a:defRPr>
            </a:pPr>
            <a: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515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WebSocket pushed data overwrote filter selections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Track prevValue in fillSelect() and re-apply after rebuild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Filtered KPIs flashed unfiltered data on real-time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Cache filteredKpis and restore after full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CSRF blocked API POST requests in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Disable WTF_CSRF_ENABLED in test config + exempt JSON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Users stored in-memory dict, lost on restart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SQLAlchemy User model + init_db() on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No database schema versioning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Alembic with autogenerate for initial and future 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API had no versioning — breaking changes would break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37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All routes under /api/v1/, old paths 302-redirect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No currency formatting system, $ hardcoded in 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532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Replaced $ with UGX, scaled seed data by ~1000×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Docker baked SECRET_KEY into image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126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Removed from Dockerfile ENV, required via env var at 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Role-based access control with permissions matrix (admin, editor, viewer)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Saved dashboards — users can create and share custom dashboard layouts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Export to PDF / Excel — download charts and data tables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Data alerting — trigger notifications when KPIs cross thresholds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Dashboard theming — light/dark mode toggle with persistence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OAuth2 / SSO integration (Google, GitHub, etc.)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GraphQL API alongside REST for flexible client queries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Internationalization (i18n) — multi-language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2286000" cy="36576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</a:defRPr>
            </a:pPr>
            <a:r>
              <a:t>Successfully built a production-grade BI platform meeting all assignment requirements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</a:defRPr>
            </a:pPr>
            <a:r>
              <a:t>Connects to multiple databases, processes large datasets, provides real-time analytics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</a:defRPr>
            </a:pPr>
            <a:r>
              <a:t>Implements full security suite — CSRF, rate limiting, session hardening, SQL injection prevention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</a:defRPr>
            </a:pPr>
            <a:r>
              <a:t>Deployed via Docker with CI/CD pipeline, Kubernetes-ready, monitored with Prometheus + Sentry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</a:defRPr>
            </a:pPr>
            <a:r>
              <a:t>Clean architecture with versioned API, Alembic migrations, and 78%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github.com/2322-hub/RECESS-PROJECT  •  BI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