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BI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0CBD8"/>
                </a:solidFill>
              </a:defRPr>
            </a:pPr>
            <a:r>
              <a:t>Business Intelligence Dashboard with Real-Time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BD8"/>
                </a:solidFill>
              </a:defRPr>
            </a:pPr>
            <a:r>
              <a:t>A comprehensive data dashboard connecting to databases, processing data,</a:t>
            </a:r>
            <a:br/>
            <a:r>
              <a:t>and presenting insights through interactive visualizations.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BI Capstone Project  •  Flask  •  Python  •  Industry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This Project?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0CBD8"/>
                </a:solidFill>
              </a:defRPr>
            </a:pPr>
            <a:r>
              <a:t>A web-based Business Intelligence dashboard built with Flask (Python)</a:t>
            </a:r>
          </a:p>
          <a:p>
            <a:pPr>
              <a:spcAft>
                <a:spcPts val="800"/>
              </a:spcAft>
              <a:defRPr sz="1800">
                <a:solidFill>
                  <a:srgbClr val="C0CBD8"/>
                </a:solidFill>
              </a:defRPr>
            </a:pPr>
            <a:r>
              <a:t>Connects to multiple databases — SQLite, PostgreSQL, MySQL, MSSQL</a:t>
            </a:r>
          </a:p>
          <a:p>
            <a:pPr>
              <a:spcAft>
                <a:spcPts val="800"/>
              </a:spcAft>
              <a:defRPr sz="1800">
                <a:solidFill>
                  <a:srgbClr val="C0CBD8"/>
                </a:solidFill>
              </a:defRPr>
            </a:pPr>
            <a:r>
              <a:t>Visualizes data through interactive Chart.js charts in real-time</a:t>
            </a:r>
          </a:p>
          <a:p>
            <a:pPr>
              <a:spcAft>
                <a:spcPts val="800"/>
              </a:spcAft>
              <a:defRPr sz="1800">
                <a:solidFill>
                  <a:srgbClr val="C0CBD8"/>
                </a:solidFill>
              </a:defRPr>
            </a:pPr>
            <a:r>
              <a:t>Handles the full data pipeline: connect → query → process → visualize</a:t>
            </a:r>
          </a:p>
          <a:p>
            <a:pPr>
              <a:spcAft>
                <a:spcPts val="800"/>
              </a:spcAft>
              <a:defRPr sz="1800">
                <a:solidFill>
                  <a:srgbClr val="C0CBD8"/>
                </a:solidFill>
              </a:defRPr>
            </a:pPr>
            <a:r>
              <a:t>Deployed with Docker, Kubernetes-ready, with CI/CD and monitoring</a:t>
            </a:r>
          </a:p>
          <a:p>
            <a:pPr>
              <a:spcAft>
                <a:spcPts val="800"/>
              </a:spcAft>
              <a:defRPr sz="1800">
                <a:solidFill>
                  <a:srgbClr val="C0CBD8"/>
                </a:solidFill>
              </a:defRPr>
            </a:pPr>
            <a:r>
              <a:t>Built to industry production standards — not just a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Business &amp;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Scenario: Multi-Channel Retail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91840" cy="384048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📦  Sales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BD8"/>
                </a:solidFill>
              </a:defRPr>
            </a:pPr>
            <a:r>
              <a:t>5,000 records</a:t>
            </a:r>
            <a:br/>
            <a:r>
              <a:t>Products across Electronics,</a:t>
            </a:r>
            <a:br/>
            <a:r>
              <a:t>Clothing, Food, Furniture</a:t>
            </a:r>
            <a:br/>
            <a:r>
              <a:t>Tracks revenue, cost, profit</a:t>
            </a:r>
            <a:br/>
            <a:r>
              <a:t>4 Regions • 3 Customer Segments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91840" cy="384048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👥  Customer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BD8"/>
                </a:solidFill>
              </a:defRPr>
            </a:pPr>
            <a:r>
              <a:t>200 customer profiles</a:t>
            </a:r>
            <a:br/>
            <a:r>
              <a:t>Lifetime value tracking</a:t>
            </a:r>
            <a:br/>
            <a:r>
              <a:t>Order history</a:t>
            </a:r>
            <a:br/>
            <a:r>
              <a:t>Segmented by type:</a:t>
            </a:r>
            <a:br/>
            <a:r>
              <a:t>Enterprise, SMB, Consumer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291840" cy="384048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🌐  Website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BD8"/>
                </a:solidFill>
              </a:defRPr>
            </a:pPr>
            <a:r>
              <a:t>180 days of data</a:t>
            </a:r>
            <a:br/>
            <a:r>
              <a:t>Page views &amp; visitors</a:t>
            </a:r>
            <a:br/>
            <a:r>
              <a:t>Bounce rates &amp; sessions</a:t>
            </a:r>
            <a:br/>
            <a:r>
              <a:t>Conversion tracking</a:t>
            </a:r>
            <a:br/>
            <a:r>
              <a:t>Daily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332720" cy="11887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9144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Browser (Client)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BD8"/>
                </a:solidFill>
              </a:defRPr>
            </a:pPr>
            <a:r>
              <a:t>Chart.js • Socket.IO • HTML/CSS</a:t>
            </a:r>
            <a:br/>
            <a:r>
              <a:t>Sends HTTP requests • Receives WebSocket pushes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10332720" cy="11887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9144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Flask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BD8"/>
                </a:solidFill>
              </a:defRPr>
            </a:pPr>
            <a:r>
              <a:t>Python • Flask 3.x • Socket.IO</a:t>
            </a:r>
            <a:br/>
            <a:r>
              <a:t>REST API (/api/v1/) • Session Auth • CSRF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828800"/>
            <a:ext cx="10332720" cy="11887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1828800"/>
            <a:ext cx="9144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31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BD8"/>
                </a:solidFill>
              </a:defRPr>
            </a:pPr>
            <a:r>
              <a:t>Analytics Engine • Data Processor</a:t>
            </a:r>
            <a:br/>
            <a:r>
              <a:t>Query Builder • Database Connector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"/>
            <a:ext cx="10332720" cy="11887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57200"/>
            <a:ext cx="9144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Databases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960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BD8"/>
                </a:solidFill>
              </a:defRPr>
            </a:pPr>
            <a:r>
              <a:t>SQLite (demo) • PostgreSQL • MySQL • MSSQL</a:t>
            </a:r>
            <a:br/>
            <a:r>
              <a:t>Redis (rate limiting / caching)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03520" y="4389120"/>
            <a:ext cx="54864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303520" y="3017520"/>
            <a:ext cx="54864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303520" y="1645920"/>
            <a:ext cx="54864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920240" cy="457200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Login /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BD8"/>
                </a:solidFill>
              </a:defRPr>
            </a:pPr>
            <a:r>
              <a:t>Session-based auth</a:t>
            </a:r>
            <a:br/>
            <a:r>
              <a:t>Default admin account</a:t>
            </a:r>
            <a:br/>
            <a:r>
              <a:t>Register new viewers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393192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645920"/>
            <a:ext cx="1920240" cy="457200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Dashboard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BD8"/>
                </a:solidFill>
              </a:defRPr>
            </a:pPr>
            <a:r>
              <a:t>Fetches /api/v1/dashboard-data</a:t>
            </a:r>
            <a:br/>
            <a:r>
              <a:t>Renders KPIs, charts, tables</a:t>
            </a:r>
            <a:br/>
            <a:r>
              <a:t>Populates filter dropdowns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393192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645920"/>
            <a:ext cx="1920240" cy="457200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Real-Time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BD8"/>
                </a:solidFill>
              </a:defRPr>
            </a:pPr>
            <a:r>
              <a:t>WebSocket pushes every 5 sec</a:t>
            </a:r>
            <a:br/>
            <a:r>
              <a:t>Charts update automatically</a:t>
            </a:r>
            <a:br/>
            <a:r>
              <a:t>Filters stay applied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40880" y="393192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59" y="1645920"/>
            <a:ext cx="1920240" cy="457200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59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Filter &amp; 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BD8"/>
                </a:solidFill>
              </a:defRPr>
            </a:pPr>
            <a:r>
              <a:t>Region / Category / Segment filters</a:t>
            </a:r>
            <a:br/>
            <a:r>
              <a:t>Paginated Data Explorer</a:t>
            </a:r>
            <a:br/>
            <a:r>
              <a:t>Run SQL queries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43999" y="393192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1645920"/>
            <a:ext cx="1920240" cy="457200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Connect Databases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BD8"/>
                </a:solidFill>
              </a:defRPr>
            </a:pPr>
            <a:r>
              <a:t>Admin-only feature</a:t>
            </a:r>
            <a:br/>
            <a:r>
              <a:t>Connect PostgreSQL / MySQL / MSSQL</a:t>
            </a:r>
            <a:br/>
            <a:r>
              <a:t>Automatically refreshes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Interactive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10+ Chart.js visualizations</a:t>
            </a:r>
            <a:br/>
            <a:r>
              <a:t>Line, bar, pie, doughnut,</a:t>
            </a:r>
            <a:br/>
            <a:r>
              <a:t>polar area — all interactive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Real-Time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Live data push every 5 seconds</a:t>
            </a:r>
            <a:br/>
            <a:r>
              <a:t>Charts update without page refresh</a:t>
            </a:r>
            <a:br/>
            <a:r>
              <a:t>Connection status indicator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Data Explorer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Browse any connected table</a:t>
            </a:r>
            <a:br/>
            <a:r>
              <a:t>Search, sort, paginate</a:t>
            </a:r>
            <a:br/>
            <a:r>
              <a:t>50 rows per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SQL Query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194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Write and execute SQL queries</a:t>
            </a:r>
            <a:br/>
            <a:r>
              <a:t>Read-only enforcement</a:t>
            </a:r>
            <a:br/>
            <a:r>
              <a:t>Dangerous commands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Multi-Database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72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SQLite / PostgreSQL / MySQL / MSSQL</a:t>
            </a:r>
            <a:br/>
            <a:r>
              <a:t>Connect new databases from UI</a:t>
            </a:r>
            <a:br/>
            <a:r>
              <a:t>Auto-discovers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572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CSRF protection • Rate limiting</a:t>
            </a:r>
            <a:br/>
            <a:r>
              <a:t>CORS • Session hardening</a:t>
            </a:r>
            <a:br/>
            <a:r>
              <a:t>SQL injection prevention</a:t>
            </a:r>
            <a:br/>
            <a:r>
              <a:t>Docker non-root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Filter &amp;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72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Filter by region / category / segment</a:t>
            </a:r>
            <a:br/>
            <a:r>
              <a:t>KPIs update in real-time</a:t>
            </a:r>
            <a:br/>
            <a:r>
              <a:t>Charts show all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Industry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572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CI/CD • Docker • K8s • Prometheus</a:t>
            </a:r>
            <a:br/>
            <a:r>
              <a:t>Sentry • Alembic migrations</a:t>
            </a:r>
            <a:br/>
            <a:r>
              <a:t>78% test coverage • 77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Python • Flask 3.x • Flask-SocketIO</a:t>
            </a:r>
            <a:br/>
            <a:r>
              <a:t>Flask-Limiter • Flask-CORS • Flask-WTF</a:t>
            </a:r>
            <a:br/>
            <a:r>
              <a:t>SQLAlchemy 2.0 • pandas • NumPy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64592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Chart.js 4 • Socket.IO 4</a:t>
            </a:r>
            <a:br/>
            <a:r>
              <a:t>Vanilla JavaScript • CSS3</a:t>
            </a:r>
            <a:br/>
            <a:r>
              <a:t>WCAG Accessibility (ARIA, CSP)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SQLite (dev/demo)</a:t>
            </a:r>
            <a:br/>
            <a:r>
              <a:t>PostgreSQL • MySQL • MSSQL</a:t>
            </a:r>
            <a:br/>
            <a:r>
              <a:t>Redis (rate limiting, caching)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4592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64592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Docker (multi-stage, non-root)</a:t>
            </a:r>
            <a:br/>
            <a:r>
              <a:t>Docker Compose • Kubernetes</a:t>
            </a:r>
            <a:br/>
            <a:r>
              <a:t>GitHub Actions CI/CD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02336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Prometheus • Sentry</a:t>
            </a:r>
            <a:br/>
            <a:r>
              <a:t>Structured JSON logging</a:t>
            </a:r>
            <a:br/>
            <a:r>
              <a:t>Health checks (deep)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402336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pytest • pytest-cov (78%)</a:t>
            </a:r>
            <a:br/>
            <a:r>
              <a:t>Ruff (lint + format)</a:t>
            </a:r>
            <a:br/>
            <a:r>
              <a:t>mypy (type checking)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02336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CSRF tokens • Rate limiting</a:t>
            </a:r>
            <a:br/>
            <a:r>
              <a:t>CORS • CSP • Session hardening</a:t>
            </a:r>
            <a:br/>
            <a:r>
              <a:t>SQL injection prevention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023360"/>
            <a:ext cx="2468880" cy="210312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402336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Alembic (DB migrations)</a:t>
            </a:r>
            <a:br/>
            <a:r>
              <a:t>K8s manifests (deploy/service/ingress/HPA)</a:t>
            </a:r>
            <a:br/>
            <a:r>
              <a:t>GHCR container registry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Dashboard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383280" cy="219456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Overview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Top KPI row: Revenue, Profit, Margin, Cost (UGX)</a:t>
            </a:r>
            <a:br/>
            <a:r>
              <a:t>Monthly revenue &amp; profit line chart</a:t>
            </a:r>
            <a:br/>
            <a:r>
              <a:t>Revenue by region (bar) • Category (pie) • Segment (doughnut)</a:t>
            </a:r>
            <a:br/>
            <a:r>
              <a:t>Avg Order Value by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383280" cy="219456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Revenue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94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Detailed revenue KPIs</a:t>
            </a:r>
            <a:br/>
            <a:r>
              <a:t>Monthly revenue bar chart</a:t>
            </a:r>
            <a:br/>
            <a:r>
              <a:t>Monthly profit trend line</a:t>
            </a:r>
            <a:br/>
            <a:r>
              <a:t>Regional comparison (stacked bar)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83280" cy="219456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Products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Top products (horizontal bar)</a:t>
            </a:r>
            <a:br/>
            <a:r>
              <a:t>Category revenue (polar area)</a:t>
            </a:r>
            <a:br/>
            <a:r>
              <a:t>Product performance table with UGX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3383280" cy="219456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Website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Website KPIs: page views, visitors, bounce rate</a:t>
            </a:r>
            <a:br/>
            <a:r>
              <a:t>Daily page views line chart</a:t>
            </a:r>
            <a:br/>
            <a:r>
              <a:t>Daily conversion revenue 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114800"/>
            <a:ext cx="3383280" cy="219456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Customers 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Customer KPIs: count, LTV, orders</a:t>
            </a:r>
            <a:br/>
            <a:r>
              <a:t>Customers by segment (bar)</a:t>
            </a:r>
            <a:br/>
            <a:r>
              <a:t>Customers by region (doughnut)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3383280" cy="219456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Data Explorer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BD8"/>
                </a:solidFill>
              </a:defRPr>
            </a:pPr>
            <a:r>
              <a:t>Table selector dropdown</a:t>
            </a:r>
            <a:br/>
            <a:r>
              <a:t>Search across all columns</a:t>
            </a:r>
            <a:br/>
            <a:r>
              <a:t>Sortable columns • Paginated results</a:t>
            </a:r>
            <a:br/>
            <a:r>
              <a:t>Raw data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Full-stack web development with Flask — routes, blueprints, templates, sessions, WebSockets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Data engineering — transforming raw DataFrames into meaningful analytics payloads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Database design — SQLAlchemy ORM, multi-database support, connection pooling, migrations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Security best practices — CSRF, rate limiting, session hardening, injection prevention, CSP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DevOps &amp; deployment — Docker multi-stage builds, Docker Compose, CI/CD pipelines, Kubernetes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Monitoring &amp; observability — Prometheus metrics, Sentry error tracking, structured logging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Testing &amp; quality — pytest, coverage thresholds, ruff, mypy, pre-commit hooks</a:t>
            </a:r>
          </a:p>
          <a:p>
            <a:pPr>
              <a:spcAft>
                <a:spcPts val="800"/>
              </a:spcAft>
              <a:defRPr sz="1700">
                <a:solidFill>
                  <a:srgbClr val="C0CBD8"/>
                </a:solidFill>
              </a:defRPr>
            </a:pPr>
            <a:r>
              <a:t>API design — versioned endpoints (/api/v1/), backward compatibility, rate limit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C0CBD8"/>
                </a:solidFill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github.com/2322-hub/RECESS-PROJECT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