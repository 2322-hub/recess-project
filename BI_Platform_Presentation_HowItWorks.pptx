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293B"/>
                </a:solidFill>
              </a:defRPr>
            </a:pPr>
            <a:r>
              <a:t>Business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4748B"/>
                </a:solidFill>
              </a:defRPr>
            </a:pPr>
            <a:r>
              <a:t>How It Works &amp; What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2286000" cy="36576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Flask  •  Python  •  Real-Time Dashboard  •  Multi-Database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Capstone Project  •  BI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What It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Connects to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SQLite • PostgreSQL</a:t>
            </a:r>
            <a:br/>
            <a:r>
              <a:t>MySQL • MSSQL</a:t>
            </a:r>
            <a:br/>
            <a:r>
              <a:t>Connect new DBs from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Processes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5,000 sales records</a:t>
            </a:r>
            <a:br/>
            <a:r>
              <a:t>200 customers</a:t>
            </a:r>
            <a:br/>
            <a:r>
              <a:t>180 days web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Builds 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Interactive Chart.js charts</a:t>
            </a:r>
            <a:br/>
            <a:r>
              <a:t>Real-time WebSocket updates</a:t>
            </a:r>
            <a:br/>
            <a:r>
              <a:t>UGX currency formatting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291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Explores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Browse tables with search</a:t>
            </a:r>
            <a:br/>
            <a:r>
              <a:t>Sort &amp; paginate</a:t>
            </a:r>
            <a:br/>
            <a:r>
              <a:t>Run SQL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2336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023360"/>
            <a:ext cx="32918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Filters &amp;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By region / category / segment</a:t>
            </a:r>
            <a:br/>
            <a:r>
              <a:t>Filtered KPIs in real-time</a:t>
            </a:r>
            <a:br/>
            <a:r>
              <a:t>Filter survives WS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How It Works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5087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User Logs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GET /login → form</a:t>
            </a:r>
            <a:br/>
            <a:r>
              <a:t>POST credentials</a:t>
            </a:r>
            <a:br/>
            <a:r>
              <a:t>Session created</a:t>
            </a:r>
            <a:br/>
            <a:br/>
            <a:r>
              <a:t>Auth via SQLAlchemy</a:t>
            </a:r>
            <a:br/>
            <a:r>
              <a:t>User model (DB)</a:t>
            </a:r>
            <a:br/>
            <a:r>
              <a:t>Password hashed</a:t>
            </a:r>
            <a:br/>
            <a:r>
              <a:t>with PBKDF2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51760" y="3840480"/>
            <a:ext cx="22860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137160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E69"/>
                </a:solidFill>
              </a:defRPr>
            </a:pPr>
            <a:r>
              <a:t>Dashboard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GET / → dashboard.html</a:t>
            </a:r>
            <a:br/>
            <a:r>
              <a:t>→ /api/v1/dashboard-data</a:t>
            </a:r>
            <a:br/>
            <a:br/>
            <a:r>
              <a:t>Server collects:</a:t>
            </a:r>
            <a:br/>
            <a:r>
              <a:t>• sales (5K rows)</a:t>
            </a:r>
            <a:br/>
            <a:r>
              <a:t>• customers (200)</a:t>
            </a:r>
            <a:br/>
            <a:r>
              <a:t>• website_analytics</a:t>
            </a:r>
            <a:br/>
            <a:br/>
            <a:r>
              <a:t>→ Builds payload</a:t>
            </a:r>
            <a:br/>
            <a:r>
              <a:t>via AnalyticsEngine</a:t>
            </a:r>
            <a:br/>
            <a:r>
              <a:t>→ Renders 10+ charts</a:t>
            </a:r>
            <a:br/>
            <a:r>
              <a:t>+ KPI cards in UGX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37760" y="3840480"/>
            <a:ext cx="22860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5087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Real-Time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Socket.IO connect event</a:t>
            </a:r>
            <a:br/>
            <a:r>
              <a:t>Server auth check</a:t>
            </a:r>
            <a:br/>
            <a:br/>
            <a:r>
              <a:t>Background thread:</a:t>
            </a:r>
            <a:br/>
            <a:r>
              <a:t>while True:</a:t>
            </a:r>
            <a:br/>
            <a:r>
              <a:t>  sleep(5s)</a:t>
            </a:r>
            <a:br/>
            <a:r>
              <a:t>  refresh cache</a:t>
            </a:r>
            <a:br/>
            <a:r>
              <a:t>  recalc payload</a:t>
            </a:r>
            <a:br/>
            <a:r>
              <a:t>  socketio.emit()</a:t>
            </a:r>
            <a:br/>
            <a:br/>
            <a:r>
              <a:t>Browser gets push</a:t>
            </a:r>
            <a:br/>
            <a:r>
              <a:t>→ rebuilds charts</a:t>
            </a:r>
            <a:br/>
            <a:r>
              <a:t>→ filters preserved</a:t>
            </a:r>
            <a:br/>
            <a:r>
              <a:t>→ no page reload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23760" y="3840480"/>
            <a:ext cx="22860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6640" y="137160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92440" y="15087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User Interacts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Tab navigation (5 sections)</a:t>
            </a:r>
            <a:br/>
            <a:r>
              <a:t>Filter dropdowns</a:t>
            </a:r>
            <a:br/>
            <a:r>
              <a:t>• region</a:t>
            </a:r>
            <a:br/>
            <a:r>
              <a:t>• category</a:t>
            </a:r>
            <a:br/>
            <a:r>
              <a:t>• segment</a:t>
            </a:r>
            <a:br/>
            <a:br/>
            <a:r>
              <a:t>POST /api/v1/filter</a:t>
            </a:r>
            <a:br/>
            <a:r>
              <a:t>→ server filters DF</a:t>
            </a:r>
            <a:br/>
            <a:r>
              <a:t>→ returns filtered KPIs</a:t>
            </a:r>
            <a:br/>
            <a:br/>
            <a:r>
              <a:t>Charts keep updating</a:t>
            </a:r>
            <a:br/>
            <a:r>
              <a:t>with full data</a:t>
            </a:r>
            <a:br/>
            <a:r>
              <a:t>Filtered KPIs cached</a:t>
            </a:r>
            <a:br/>
            <a:r>
              <a:t>no flash on WS push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09760" y="3840480"/>
            <a:ext cx="22860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371600"/>
            <a:ext cx="2011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78440" y="15087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Data Explorer</a:t>
            </a:r>
            <a:br/>
            <a:r>
              <a:t>&amp;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65176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Browse any table</a:t>
            </a:r>
            <a:br/>
            <a:r>
              <a:t>Search across columns</a:t>
            </a:r>
            <a:br/>
            <a:r>
              <a:t>Sort by column</a:t>
            </a:r>
            <a:br/>
            <a:r>
              <a:t>Paginated results</a:t>
            </a:r>
            <a:br/>
            <a:br/>
            <a:r>
              <a:t>SQL Query Editor:</a:t>
            </a:r>
            <a:br/>
            <a:r>
              <a:t>POST /api/v1/query</a:t>
            </a:r>
            <a:br/>
            <a:r>
              <a:t>• read-only enforced</a:t>
            </a:r>
            <a:br/>
            <a:r>
              <a:t>• dangerous SQL blocked</a:t>
            </a:r>
            <a:br/>
            <a:r>
              <a:t>• max 1,000 rows</a:t>
            </a:r>
            <a:br/>
            <a:br/>
            <a:r>
              <a:t>Connect DB (admin):</a:t>
            </a:r>
            <a:br/>
            <a:r>
              <a:t>POST /api/v1/connect</a:t>
            </a:r>
            <a:br/>
            <a:r>
              <a:t>→ discovers tables</a:t>
            </a:r>
            <a:br/>
            <a:r>
              <a:t>→ refreshes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Browser (Client)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37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Chart.js • Socket.IO Client</a:t>
            </a:r>
            <a:br/>
            <a:r>
              <a:t>Sends HTTP • Receives WebSocket</a:t>
            </a:r>
            <a:br/>
            <a:r>
              <a:t>WCAG Accessibility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560320"/>
            <a:ext cx="9144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560320"/>
            <a:ext cx="73152" cy="9601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E69"/>
                </a:solidFill>
              </a:defRPr>
            </a:pPr>
            <a:r>
              <a:t>Flask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Blueprints (auth, main, api)</a:t>
            </a:r>
            <a:br/>
            <a:r>
              <a:t>CSRFProtect • CORS • Limiter</a:t>
            </a:r>
            <a:br/>
            <a:r>
              <a:t>Prometheus Metrics • Sentry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749039"/>
            <a:ext cx="9144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3749039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794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Business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1479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AnalyticsEngine → builds dashboard payload</a:t>
            </a:r>
            <a:br/>
            <a:r>
              <a:t>DataProcessor → transforms DataFrames</a:t>
            </a:r>
            <a:br/>
            <a:r>
              <a:t>QueryBuilder → safe parameterized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937760"/>
            <a:ext cx="9144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4937760"/>
            <a:ext cx="73152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Data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DatabaseConnector → multiple DB backends</a:t>
            </a:r>
            <a:br/>
            <a:r>
              <a:t>SQLAlchemy ORM • Connection Pooling</a:t>
            </a:r>
            <a:br/>
            <a:r>
              <a:t>In-memory DataFrame cache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6692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66928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5806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SQLite (demo)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6692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5669280"/>
            <a:ext cx="1828800" cy="36576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806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PostgreSQL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56692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56692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806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MySQL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56692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566928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5806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MSSQL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56692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566928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5806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Redis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</a:defRPr>
            </a:pPr>
            <a:r>
              <a:t>Database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Dashboard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Overview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Top row: 5 KPI cards</a:t>
            </a:r>
            <a:br/>
            <a:r>
              <a:t>(Revenue, Profit, Margin, Cost)</a:t>
            </a:r>
            <a:br/>
            <a:r>
              <a:t>Line: Monthly Rev &amp; Profit</a:t>
            </a:r>
            <a:br/>
            <a:r>
              <a:t>Bar: Revenue by Region</a:t>
            </a:r>
            <a:br/>
            <a:r>
              <a:t>Pie: Revenue by Category</a:t>
            </a:r>
            <a:br/>
            <a:r>
              <a:t>Doughnut: by Segment</a:t>
            </a:r>
            <a:br/>
            <a:r>
              <a:t>Bar: Avg Order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E69"/>
                </a:solidFill>
              </a:defRPr>
            </a:pPr>
            <a:r>
              <a:t>Revenue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Detailed KPIs</a:t>
            </a:r>
            <a:br/>
            <a:r>
              <a:t>Bar: Monthly Revenue</a:t>
            </a:r>
            <a:br/>
            <a:r>
              <a:t>Line: Monthly Profit</a:t>
            </a:r>
            <a:br/>
            <a:r>
              <a:t>Stacked Bar: Region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Products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Horizontal Bar: Top Products</a:t>
            </a:r>
            <a:br/>
            <a:r>
              <a:t>Polar Area: Category Revenue</a:t>
            </a:r>
            <a:br/>
            <a:r>
              <a:t>Table: Product Performance</a:t>
            </a:r>
            <a:br/>
            <a:r>
              <a:t>(UGX values)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291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Website 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Website KPIs</a:t>
            </a:r>
            <a:br/>
            <a:r>
              <a:t>Line: Daily Page Views</a:t>
            </a:r>
            <a:br/>
            <a:r>
              <a:t>Bar: Daily Revenue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233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023360"/>
            <a:ext cx="32918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Customers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Customer KPIs (Count, LTV)</a:t>
            </a:r>
            <a:br/>
            <a:r>
              <a:t>Bar: Customers by Segment</a:t>
            </a:r>
            <a:br/>
            <a:r>
              <a:t>Doughnut: by Region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29184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</a:defRPr>
            </a:pPr>
            <a:r>
              <a:t>Data Explorer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Table selector</a:t>
            </a:r>
            <a:br/>
            <a:r>
              <a:t>Search across columns</a:t>
            </a:r>
            <a:br/>
            <a:r>
              <a:t>Sort by any column</a:t>
            </a:r>
            <a:br/>
            <a:r>
              <a:t>Paginated results</a:t>
            </a:r>
            <a:br/>
            <a:r>
              <a:t>SQL query editor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The Data — Retail Company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📊 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date, region, product_category,</a:t>
            </a:r>
            <a:br/>
            <a:r>
              <a:t>product_name, quantity,</a:t>
            </a:r>
            <a:br/>
            <a:r>
              <a:t>unit_price, total_revenue,</a:t>
            </a:r>
            <a:br/>
            <a:r>
              <a:t>cost, profit, customer_segment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5,000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37160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E69"/>
                </a:solidFill>
              </a:defRPr>
            </a:pPr>
            <a:r>
              <a:t>📊 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name, email, region,</a:t>
            </a:r>
            <a:br/>
            <a:r>
              <a:t>signup_date, lifetime_value,</a:t>
            </a:r>
            <a:br/>
            <a:r>
              <a:t>orders_count,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E69"/>
                </a:solidFill>
              </a:defRPr>
            </a:pPr>
            <a:r>
              <a:t>200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📊  website_analytics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date, page_views,</a:t>
            </a:r>
            <a:br/>
            <a:r>
              <a:t>unique_visitors, bounce_rate,</a:t>
            </a:r>
            <a:br/>
            <a:r>
              <a:t>avg_session_duration,</a:t>
            </a:r>
            <a:br/>
            <a:r>
              <a:t>conversions,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180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Business: Multi-channel retail selling Electronics, Clothing, Food, Furniture</a:t>
            </a:r>
            <a:br/>
            <a:r>
              <a:t>Regions: North, South, East, West  •  Segments: Enterprise, SMB, Consumer  •  Currency: UGX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Live Demo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📡  Real-Time WebSocket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On startup: background thread launches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Every 5 seconds: invalidates cache, rebuilds payload, emits dashboard_update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Browser receives push, re-renders charts and KPIs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No page reload, no HTTP request — pure WebSocket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Connection status indicator (green/red dot)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🔍  Filter That Sticks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User selects 'North' region from dropdown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POST /api/v1/filter sends filter to server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Server filters 5,000-row DataFrame in memory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Returns filtered KPIs (total_revenue, profit, etc.)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WebSocket push arrives: full charts render, filtered KPIs restore from cache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No flash, no flicker, no repeated HTTP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📊  Interactive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262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10+ Chart.js chart types (line, bar, pie, doughnut, polar area)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Hover to see values, click legend to toggle datasets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Charts resize responsively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UGX formatting on all monetary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🔍  Data Explorer &amp;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262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Select any table → load with pagination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Type to search across all columns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Click column headers to sort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Write SQL: SELECT * FROM sales WHERE region = 'North'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Read-only enforced — DROP/INSERT blocked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Security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🔒  CSRF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Flask-WTF tokens on all forms</a:t>
            </a:r>
            <a:br/>
            <a:r>
              <a:t>API endpoints exempted explicitly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🔒  Rate 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Login: 20/min • Register: 5/min</a:t>
            </a:r>
            <a:br/>
            <a:r>
              <a:t>API: 10-30/min • Redis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🔒  Session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HttpOnly cookies • SameSite=Lax</a:t>
            </a:r>
            <a:br/>
            <a:r>
              <a:t>1-hour expiry • Regenerate on 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🔒  SQL Injection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Read-only mode enforced</a:t>
            </a:r>
            <a:br/>
            <a:r>
              <a:t>DANGEROUS_SQL_RE blocks INSERT/DROP/;</a:t>
            </a:r>
            <a:br/>
            <a:r>
              <a:t>Parameterized queries via SQLAlchemy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233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02336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🔒  XSS Prevention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Jinja2 auto-escaping + escapeHtml()</a:t>
            </a:r>
            <a:br/>
            <a:r>
              <a:t>CSP headers on all pages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29184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🔒  Docker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Non-root user • Read-only FS</a:t>
            </a:r>
            <a:br/>
            <a:r>
              <a:t>No-new-privileges • HEALTHCHECK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Deployment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2560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Multi-stage build (smaller image)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Non-root user in runtime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HEALTHCHECK on /health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No secrets baked into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3716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1371600"/>
            <a:ext cx="2560320" cy="45720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199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E69"/>
                </a:solidFill>
              </a:defRPr>
            </a:pPr>
            <a:r>
              <a:t>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199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Production: web + Redis services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Development: hot-reload profile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Required env vars enforced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tmpfs + no-new-privileges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CI/CD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GitHub Actions: 5 jobs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lint (ruff + mypy) → test (3.10/11/12) → security (pip-audit) → docker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Docker push to GHCR on main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Tagged with sha + latest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3716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1371600"/>
            <a:ext cx="25603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Kubernetes: 2 replicas, HPA 2-10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ConfigMap + Secret for config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Prometheus /metrics endpoint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Sentry error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Also: Alembic migrations • SQLAlchemy connection pooling • Structured JSON logging</a:t>
            </a:r>
            <a:br/>
            <a:r>
              <a:t>Alembic: alembic upgrade head on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Tests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pytest, all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7160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Code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pytest-cov threshold: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48→0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Ruff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all 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7160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Test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routes, auth, helpers, etc.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3192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10+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Chart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Chart.js interactive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93192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Real-Time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WebSocket interval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3192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Databases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SQLite → PostgreSQL → MySQL → MSSQL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93192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Security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CSRF, rate limit, CORS, CSP,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293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748B"/>
                </a:solidFill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1828800" cy="36576"/>
          </a:xfrm>
          <a:prstGeom prst="rect">
            <a:avLst/>
          </a:prstGeom>
          <a:solidFill>
            <a:srgbClr val="059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github.com/2322-hub/RECESS-PROJECT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